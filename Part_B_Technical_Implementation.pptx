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Layered architecture</a:t>
            </a:r>
          </a:p>
          <a:p>
            <a:pPr/>
            <a:r>
              <a:t>Orchestration layer</a:t>
            </a:r>
          </a:p>
          <a:p>
            <a:pPr/>
            <a:r>
              <a:t>ERP abstraction</a:t>
            </a:r>
          </a:p>
          <a:p>
            <a:pPr/>
            <a:r>
              <a:t>Audit 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Fusion ERP</a:t>
            </a:r>
          </a:p>
          <a:p>
            <a:pPr/>
            <a:r>
              <a:t>ADFS Identity Federation</a:t>
            </a:r>
          </a:p>
          <a:p>
            <a:pPr/>
            <a:r>
              <a:t>Audit and monitoring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Capability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RFP generation</a:t>
            </a:r>
          </a:p>
          <a:p>
            <a:pPr/>
            <a:r>
              <a:t>Vendor evaluation</a:t>
            </a:r>
          </a:p>
          <a:p>
            <a:pPr/>
            <a:r>
              <a:t>RAG retrieval</a:t>
            </a:r>
          </a:p>
          <a:p>
            <a:pPr/>
            <a:r>
              <a:t>Translation + Arabic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Arabic NLP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 fine-tuning</a:t>
            </a:r>
          </a:p>
          <a:p>
            <a:pPr/>
            <a:r>
              <a:t>Glossary governance</a:t>
            </a:r>
          </a:p>
          <a:p>
            <a:pPr/>
            <a:r>
              <a:t>Human validation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Multi-entity isolation</a:t>
            </a:r>
          </a:p>
          <a:p>
            <a:pPr/>
            <a:r>
              <a:t>Horizontal scaling</a:t>
            </a:r>
          </a:p>
          <a:p>
            <a:pPr/>
            <a:r>
              <a:t>Async workloads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Encryption</a:t>
            </a:r>
          </a:p>
          <a:p>
            <a:pPr/>
            <a:r>
              <a:t>RBAC</a:t>
            </a:r>
          </a:p>
          <a:p>
            <a:pPr/>
            <a:r>
              <a:t>Audit logs</a:t>
            </a:r>
          </a:p>
          <a:p>
            <a:pPr/>
            <a:r>
              <a:t>Change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