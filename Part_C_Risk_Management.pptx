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delivery timelines</a:t>
            </a:r>
          </a:p>
          <a:p>
            <a:pPr/>
            <a:r>
              <a:t>Maintain compliance</a:t>
            </a:r>
          </a:p>
          <a:p>
            <a:pPr/>
            <a:r>
              <a:t>Control budget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1: ERP Upgrade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ERP upgrade causes 6-week downtime</a:t>
            </a:r>
          </a:p>
          <a:p>
            <a:pPr/>
            <a:r>
              <a:t>Phase 1 cannot be delayed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 Response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MVP mode</a:t>
            </a:r>
          </a:p>
          <a:p>
            <a:pPr/>
            <a:r>
              <a:t>Cached data</a:t>
            </a:r>
          </a:p>
          <a:p>
            <a:pPr/>
            <a:r>
              <a:t>Deferred ERP write-back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preserved</a:t>
            </a:r>
          </a:p>
          <a:p>
            <a:pPr/>
            <a:r>
              <a:t>Minor contingency usage</a:t>
            </a:r>
          </a:p>
          <a:p>
            <a:pPr/>
            <a:r>
              <a:t>ERP write-back deferred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2: Arabic NLP Accuracy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at 65% vs target 95%</a:t>
            </a:r>
          </a:p>
          <a:p>
            <a:pPr/>
            <a:r>
              <a:t>Vendor requests more budget and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 Response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validation layer</a:t>
            </a:r>
          </a:p>
          <a:p>
            <a:pPr/>
            <a:r>
              <a:t>Progressive automation</a:t>
            </a:r>
          </a:p>
          <a:p>
            <a:pPr/>
            <a:r>
              <a:t>Vendor renegotiation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preserved</a:t>
            </a:r>
          </a:p>
          <a:p>
            <a:pPr/>
            <a:r>
              <a:t>Budget controlled</a:t>
            </a:r>
          </a:p>
          <a:p>
            <a:pPr/>
            <a:r>
              <a:t>Scope adjusted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Risk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severity</a:t>
            </a:r>
          </a:p>
          <a:p>
            <a:pPr/>
            <a:r>
              <a:t>Owner</a:t>
            </a:r>
          </a:p>
          <a:p>
            <a:pPr/>
            <a:r>
              <a:t>Mitigation status</a:t>
            </a:r>
          </a:p>
          <a:p>
            <a:pPr/>
            <a:r>
              <a:t>Decision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