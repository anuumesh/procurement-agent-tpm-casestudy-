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Agent Program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Factory – Abu Dhabi Government</a:t>
            </a:r>
          </a:p>
          <a:p>
            <a:pPr/>
            <a:r>
              <a:t>Delivery Lead: TPM</a:t>
            </a:r>
          </a:p>
          <a:p>
            <a:pPr/>
            <a:r>
              <a:t>Target Release: Gitex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Factory mandate to scale AI across government</a:t>
            </a:r>
          </a:p>
          <a:p>
            <a:pPr/>
            <a:r>
              <a:t>Procurement modernization priority</a:t>
            </a:r>
          </a:p>
          <a:p>
            <a:pPr/>
            <a:r>
              <a:t>Multi-entity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RFP creation takes 3–4 weeks</a:t>
            </a:r>
          </a:p>
          <a:p>
            <a:pPr/>
            <a:r>
              <a:t>Manual vendor evaluation</a:t>
            </a:r>
          </a:p>
          <a:p>
            <a:pPr/>
            <a:r>
              <a:t>Long onboarding cycles</a:t>
            </a:r>
          </a:p>
          <a:p>
            <a:pPr/>
            <a:r>
              <a:t>Limited analytics visibility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70% RFP time reduction</a:t>
            </a:r>
          </a:p>
          <a:p>
            <a:pPr/>
            <a:r>
              <a:t>40% evaluation accuracy improvement</a:t>
            </a:r>
          </a:p>
          <a:p>
            <a:pPr/>
            <a:r>
              <a:t>50% procurement cycle reduction</a:t>
            </a:r>
          </a:p>
          <a:p>
            <a:pPr/>
            <a:r>
              <a:t>AED 5M annual savings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RFP automation</a:t>
            </a:r>
          </a:p>
          <a:p>
            <a:pPr/>
            <a:r>
              <a:t>Vendor evaluation engine</a:t>
            </a:r>
          </a:p>
          <a:p>
            <a:pPr/>
            <a:r>
              <a:t>Oracle Fusion integration</a:t>
            </a:r>
          </a:p>
          <a:p>
            <a:pPr/>
            <a:r>
              <a:t>Arabic + English generation</a:t>
            </a:r>
          </a:p>
          <a:p>
            <a:pPr/>
            <a:r>
              <a:t>Compliance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MVP (Gitex)</a:t>
            </a:r>
          </a:p>
          <a:p>
            <a:pPr/>
            <a:r>
              <a:t>Phase 2: Scale (December)</a:t>
            </a:r>
          </a:p>
          <a:p>
            <a:pPr/>
            <a:r>
              <a:t>Phase 3: Optimize (Q1 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Steering Committee</a:t>
            </a:r>
          </a:p>
          <a:p>
            <a:pPr/>
            <a:r>
              <a:t>PMO Layer</a:t>
            </a:r>
          </a:p>
          <a:p>
            <a:pPr/>
            <a:r>
              <a:t>Delivery Squads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Procurement Department</a:t>
            </a:r>
          </a:p>
          <a:p>
            <a:pPr/>
            <a:r>
              <a:t>Finance Department</a:t>
            </a:r>
          </a:p>
          <a:p>
            <a:pPr/>
            <a:r>
              <a:t>AI Factory Leadership</a:t>
            </a:r>
          </a:p>
          <a:p>
            <a:pPr/>
            <a:r>
              <a:t>Legal &amp; IT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Team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FTE model</a:t>
            </a:r>
          </a:p>
          <a:p>
            <a:pPr/>
            <a:r>
              <a:t>AI, Platform, Data, Security, QA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ERP dependency</a:t>
            </a:r>
          </a:p>
          <a:p>
            <a:pPr/>
            <a:r>
              <a:t>Data quality</a:t>
            </a:r>
          </a:p>
          <a:p>
            <a:pPr/>
            <a:r>
              <a:t>Arabic NLP accuracy</a:t>
            </a:r>
          </a:p>
          <a:p>
            <a:pPr/>
            <a:r>
              <a:t>Security approvals</a:t>
            </a:r>
          </a:p>
          <a:p>
            <a:pPr/>
            <a:r>
              <a:t>Budget discipline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Go-Live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≥95% accuracy</a:t>
            </a:r>
          </a:p>
          <a:p>
            <a:pPr/>
            <a:r>
              <a:t>ERP latency &lt;5s</a:t>
            </a:r>
          </a:p>
          <a:p>
            <a:pPr/>
            <a:r>
              <a:t>Security approval</a:t>
            </a:r>
          </a:p>
          <a:p>
            <a:pPr/>
            <a:r>
              <a:t>Business signoff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